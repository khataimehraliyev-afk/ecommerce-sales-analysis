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379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182880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DigiStore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Satış Analizi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Satışların artırılması üzrə strateji yol xəritəsi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657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az-Latn-AZ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Mehr</a:t>
            </a:r>
            <a:r>
              <a:rPr lang="az-Latn-AZ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az-Latn-AZ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Müəllim: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Möhtərəm Ağayeva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Alətlər: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SQL  •  Python  •  Power BI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Analitika | Layihə Təqdimatı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LAYİHƏ HAQQINDA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DigiStore onlayn mağazasında Data Analitik kimi şirkətin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</a:t>
            </a:r>
            <a:r>
              <a:rPr lang="az-Latn-AZ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ını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SQL, Python və Power BI vasitəsilə analiz edirik.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Hansı kateqoriya ən çox gəlir gətirir?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trendi mövsümi dəyişirmi?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Müştəri seqmentləri arasında fərqlər?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83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Endirim kampaniyaları satışa necə təsir edir?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86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üzrə satış performansı necədir?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2920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Çatdırılmalılar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1508760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508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Sorğuları (.sql)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2075688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20756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Notebook (.ipynb)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2642616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6426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(.pbix)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3209544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32095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Təqdimat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37764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`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2" grpId="0" animBg="1"/>
      <p:bldP spid="14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DATASET STRUKTURU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0116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sətir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96312" y="960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496312" y="960120"/>
            <a:ext cx="2011680" cy="594360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033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87752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87752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sətir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72584" y="960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960120"/>
            <a:ext cx="201168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1033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024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64024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sətir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64024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48856" y="9601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848856" y="960120"/>
            <a:ext cx="20116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0296" y="1033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0296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40296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sətir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0296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Əlaqə modeli: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 ──→  ORDERS  ──→  ORDER_ITEMS  ←──  PRODUCTS</a:t>
            </a:r>
            <a:endParaRPr lang="en-US" sz="1400" dirty="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SQL ANALİZİ — ƏSAS TAPINTILAR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64008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097280"/>
            <a:ext cx="475488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97280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9848" y="1097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Kateqoriya Liderliyi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5544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ümumi satışın 49.4%-ni təşkil edir. Books ən aşağı — 1.8%.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97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64008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097280"/>
            <a:ext cx="475488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097280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50208" y="1097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Mövsümi Trend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15544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Noyabr-Dekabr kəskin artım. 2024 trendi 2023-dən yüksəkdir.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697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960120"/>
            <a:ext cx="64008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097280"/>
            <a:ext cx="475488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097280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30568" y="1097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Müştəri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6208" y="15544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Leyla Mammadova 76K AZN ilə liderdir. Top 10 — 18% satış.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880360"/>
            <a:ext cx="2697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880360"/>
            <a:ext cx="64008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3017520"/>
            <a:ext cx="475488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017520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69848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Analizi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" y="3474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 bütün kateqoriyalarda dominant. Sirvan ən aşağı həcm.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880360"/>
            <a:ext cx="2697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880360"/>
            <a:ext cx="64008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5848" y="3017520"/>
            <a:ext cx="475488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3017520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50208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Endirim Effekti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55848" y="3474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Endirimsiz satışlar ən yüksəkdir. Korrelyasiya: -0.</a:t>
            </a:r>
            <a:r>
              <a:rPr lang="az-Latn-AZ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2887394"/>
            <a:ext cx="2697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2880360"/>
            <a:ext cx="64008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6208" y="3017520"/>
            <a:ext cx="475488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3017520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30568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İadə Analizi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36208" y="3474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ən çox iadə. Ümumi iadə dərəcəsi: 12.3%.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PYTHON EDA — VİZUALİZASİYA NƏTİCƏLƏRİ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645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64592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Paylanması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993392"/>
            <a:ext cx="1463040" cy="292608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93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+ Boxplot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outlier kimi aydın görünür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57400" y="960120"/>
            <a:ext cx="1645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57400" y="960120"/>
            <a:ext cx="164592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0789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4884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Kateqoriya Müqayisəsi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48840" y="1993392"/>
            <a:ext cx="1463040" cy="292608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1993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+ Pie chart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48840" y="2395728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49.4%, Books 1.8%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94760" y="960120"/>
            <a:ext cx="1645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94760" y="960120"/>
            <a:ext cx="164592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10789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8620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Aylıq Trend + 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86200" y="1993392"/>
            <a:ext cx="1463040" cy="292608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1993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+ Hərəkətli Orta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86200" y="2395728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Nov-Dek mövsümi artım görünür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32120" y="960120"/>
            <a:ext cx="1645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32120" y="960120"/>
            <a:ext cx="164592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10789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2356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Endirim Korrelyasiyası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23560" y="1993392"/>
            <a:ext cx="1463040" cy="292608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1993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+ Heatmap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23560" y="2395728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Mənfi korrelyasiya: -0.</a:t>
            </a:r>
            <a:r>
              <a:rPr lang="az-Latn-AZ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69480" y="960120"/>
            <a:ext cx="1645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69480" y="960120"/>
            <a:ext cx="164592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10789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6092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Analizi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60920" y="1993392"/>
            <a:ext cx="1463040" cy="292608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60920" y="1993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 chart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60920" y="2395728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 dominant, Sirvan ən aşağı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040" y="4005072"/>
            <a:ext cx="850392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4142232"/>
            <a:ext cx="1280160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1422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920240" y="4142232"/>
            <a:ext cx="1280160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20240" y="41422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37560" y="4142232"/>
            <a:ext cx="1280160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41422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4142232"/>
            <a:ext cx="1280160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41422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72200" y="4142232"/>
            <a:ext cx="1280160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41422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89520" y="4142232"/>
            <a:ext cx="1280160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1422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RFM MÜŞTƏRİ SEQMENTASİYASI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078992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alışdan neçə gün keçib?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2697480" cy="64008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078992"/>
            <a:ext cx="457200" cy="457200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3192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Neçə dəfə alış edib?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078992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1228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 qədər pul xərcləyib?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Seqmentləşdirmə Nəticəsi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2743200"/>
            <a:ext cx="1645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743200"/>
            <a:ext cx="1645920" cy="64008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880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11480" y="3456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 müştəri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57400" y="2743200"/>
            <a:ext cx="1645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57400" y="2743200"/>
            <a:ext cx="1645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48840" y="2880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148840" y="3456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4884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müştəri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94760" y="2743200"/>
            <a:ext cx="1645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94760" y="2743200"/>
            <a:ext cx="1645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86200" y="2880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3886200" y="3456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8620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müştəri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32120" y="2743200"/>
            <a:ext cx="1645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32120" y="2743200"/>
            <a:ext cx="16459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23560" y="2880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5623560" y="3456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2356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müştəri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69480" y="2743200"/>
            <a:ext cx="1645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269480" y="2743200"/>
            <a:ext cx="1645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60920" y="2880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7360920" y="3456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6092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müştəri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POWER BI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875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Səhifə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1188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645920"/>
            <a:ext cx="5486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6459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kartı (Satış, Orders, AOV, Return)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176272"/>
            <a:ext cx="5486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1762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Aylıq satış trendi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706624"/>
            <a:ext cx="5486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7066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Kateqoriya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stacked bar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236976"/>
            <a:ext cx="5486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2369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donut chart</a:t>
            </a:r>
          </a:p>
        </p:txBody>
      </p:sp>
      <p:sp>
        <p:nvSpPr>
          <p:cNvPr id="16" name="Shape 14"/>
          <p:cNvSpPr/>
          <p:nvPr/>
        </p:nvSpPr>
        <p:spPr>
          <a:xfrm>
            <a:off x="475488" y="3767328"/>
            <a:ext cx="5486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767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 slicer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27832" y="967154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960120"/>
            <a:ext cx="2743200" cy="548640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37560" y="9875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Səhifə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1188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Məhsul Analizi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1645920"/>
            <a:ext cx="54864" cy="347472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16459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məhsul (satış + profit)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176272"/>
            <a:ext cx="54864" cy="347472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1762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Kateqoriya drill-down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2706624"/>
            <a:ext cx="54864" cy="347472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27066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Endirim scatter chart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3236976"/>
            <a:ext cx="54864" cy="347472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2369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cədvəli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35624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35624" y="960120"/>
            <a:ext cx="27432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9875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Səhifə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45352" y="1188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Müştəri Analizi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91072" y="1645920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16459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Seqment cədvəli + orta dəyər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91072" y="2176272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21762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seqmentləri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91072" y="2706624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27066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müştəri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91072" y="3236976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32369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Qeydiyyat trendi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| KPI PERFORMANS ANALİZİ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Strateji üzrə hədəflərin icra vəziyyəti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GÖSTƏRİCİ (KPI)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4904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HƏDƏF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İCRA VƏZİYYƏTİ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841248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Ümumi Satış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3.19M AZN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3.8M AZN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1901952"/>
            <a:ext cx="21031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901952"/>
            <a:ext cx="1766621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1828800"/>
            <a:ext cx="658368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9872" y="182880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İcra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8412480" cy="13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328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Sifariş Dəyəri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25328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1.06K AZN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5328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1.2K AZN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2651760"/>
            <a:ext cx="21031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2651760"/>
            <a:ext cx="1850746" cy="201168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9872" y="2578608"/>
            <a:ext cx="658368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257860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İcra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" y="3172968"/>
            <a:ext cx="8412480" cy="13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826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49040" y="32826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2826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0" y="3401568"/>
            <a:ext cx="21031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3401568"/>
            <a:ext cx="1261872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9872" y="3328416"/>
            <a:ext cx="658368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119872" y="332841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(6</a:t>
            </a:r>
            <a:r>
              <a:rPr lang="az-Latn-AZ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%)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65760" y="3922776"/>
            <a:ext cx="8412480" cy="1371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325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Müştərilər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49040" y="40325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nəfər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40325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nəfər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0" y="4151376"/>
            <a:ext cx="21031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0" y="4151376"/>
            <a:ext cx="73609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19872" y="4078224"/>
            <a:ext cx="658368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9872" y="407822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(35%)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2" grpId="0" animBg="1"/>
      <p:bldP spid="19" grpId="0" animBg="1"/>
      <p:bldP spid="20" grpId="0" animBg="1"/>
      <p:bldP spid="27" grpId="0" animBg="1"/>
      <p:bldP spid="28" grpId="0" animBg="1"/>
      <p:bldP spid="35" grpId="0" animBg="1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| STRATEJİ TÖVSİYƏLƏR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685800" cy="25603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 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Qısa Müddətli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2468880" cy="27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057400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574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müştərilər üçün loyallıq proqramı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" y="2651760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6517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Endirim kampaniyalarını azalt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" y="3246120"/>
            <a:ext cx="5486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4612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Rate-i 8%-ə endirmək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27832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960120"/>
            <a:ext cx="2743200" cy="64008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64992" y="1097280"/>
            <a:ext cx="685800" cy="25603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0972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ay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64992" y="14447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Müddətli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64992" y="1901952"/>
            <a:ext cx="2468880" cy="27432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2057400"/>
            <a:ext cx="54864" cy="347472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9584" y="20574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müştərilər üçün yenidən cəlb kampaniyası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83280" y="2651760"/>
            <a:ext cx="54864" cy="347472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9584" y="26517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kateqoriyasını gücləndirmək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83280" y="3246120"/>
            <a:ext cx="54864" cy="347472"/>
          </a:xfrm>
          <a:prstGeom prst="rect">
            <a:avLst/>
          </a:prstGeom>
          <a:solidFill>
            <a:srgbClr val="1A6B9C"/>
          </a:solidFill>
          <a:ln w="12700">
            <a:solidFill>
              <a:srgbClr val="1A6B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9584" y="324612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Aylıq satış hədəfini 3.8M-ə çatdırmaq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35624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35624" y="96012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72784" y="1097280"/>
            <a:ext cx="685800" cy="256032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10972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ay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2784" y="14447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Müddətli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72784" y="1901952"/>
            <a:ext cx="24688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91072" y="2057400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7376" y="20574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bazasını 7-dən 20-yə çıxarmaq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91072" y="2651760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37376" y="26517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kateqoriyalar əlavə etmək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91072" y="3246120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37376" y="324612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regionlarda satış bərabərliyi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60319" y="1828800"/>
            <a:ext cx="43469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84157D-BD70-554F-F436-FCE26972ABB4}"/>
              </a:ext>
            </a:extLst>
          </p:cNvPr>
          <p:cNvSpPr txBox="1"/>
          <p:nvPr/>
        </p:nvSpPr>
        <p:spPr>
          <a:xfrm>
            <a:off x="1111347" y="1830530"/>
            <a:ext cx="66891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 err="1">
                <a:solidFill>
                  <a:schemeClr val="bg1"/>
                </a:solidFill>
              </a:rPr>
              <a:t>Diqqətiniz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r>
              <a:rPr lang="en-US" sz="5400" dirty="0" err="1">
                <a:solidFill>
                  <a:schemeClr val="bg1"/>
                </a:solidFill>
              </a:rPr>
              <a:t>üçün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r>
              <a:rPr lang="en-US" sz="5400" dirty="0" err="1">
                <a:solidFill>
                  <a:schemeClr val="bg1"/>
                </a:solidFill>
              </a:rPr>
              <a:t>təşəkkür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r>
              <a:rPr lang="en-US" sz="5400" dirty="0" err="1">
                <a:solidFill>
                  <a:schemeClr val="bg1"/>
                </a:solidFill>
              </a:rPr>
              <a:t>edir</a:t>
            </a:r>
            <a:r>
              <a:rPr lang="az-Latn-AZ" sz="5400" dirty="0">
                <a:solidFill>
                  <a:schemeClr val="bg1"/>
                </a:solidFill>
              </a:rPr>
              <a:t>əm</a:t>
            </a:r>
            <a:r>
              <a:rPr lang="en-US" sz="5400" dirty="0">
                <a:solidFill>
                  <a:schemeClr val="bg1"/>
                </a:solidFill>
              </a:rPr>
              <a:t>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568</Words>
  <Application>Microsoft Office PowerPoint</Application>
  <PresentationFormat>On-screen Show (16:9)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DigiStore E-Commerce Satış Analizi</dc:title>
  <dc:subject>PptxGenJS Presentation</dc:subject>
  <dc:creator>PptxGenJS</dc:creator>
  <cp:lastModifiedBy>Xətai Mehrəliyev</cp:lastModifiedBy>
  <cp:revision>8</cp:revision>
  <dcterms:created xsi:type="dcterms:W3CDTF">2026-05-31T14:30:22Z</dcterms:created>
  <dcterms:modified xsi:type="dcterms:W3CDTF">2026-08-03T19:10:01Z</dcterms:modified>
</cp:coreProperties>
</file>